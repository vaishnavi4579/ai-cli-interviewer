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CLI Interviewer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local interview simulator with resume-driven questions, AI answer evaluation,</a:t>
            </a:r>
          </a:p>
          <a:p>
            <a:pPr>
              <a:defRPr sz="2000"/>
            </a:pPr>
            <a:r>
              <a:t>browser camera preview, and speech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Extract resume text from PDF/DOCX</a:t>
            </a:r>
          </a:p>
          <a:p>
            <a:pPr>
              <a:defRPr sz="2000"/>
            </a:pPr>
            <a:r>
              <a:t>Generate interview questions with Gemini AI</a:t>
            </a:r>
          </a:p>
          <a:p>
            <a:pPr>
              <a:defRPr sz="2000"/>
            </a:pPr>
            <a:r>
              <a:t>Speak questions and capture answers</a:t>
            </a:r>
          </a:p>
          <a:p>
            <a:pPr>
              <a:defRPr sz="2000"/>
            </a:pPr>
            <a:r>
              <a:t>Evaluate answers and show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main.py: orchestrates interview flow</a:t>
            </a:r>
          </a:p>
          <a:p>
            <a:pPr>
              <a:defRPr sz="2000"/>
            </a:pPr>
            <a:r>
              <a:t>openai_client.py: loads .env and Gemini client</a:t>
            </a:r>
          </a:p>
          <a:p>
            <a:pPr>
              <a:defRPr sz="2000"/>
            </a:pPr>
            <a:r>
              <a:t>interviewer.py: generates questions</a:t>
            </a:r>
          </a:p>
          <a:p>
            <a:pPr>
              <a:defRPr sz="2000"/>
            </a:pPr>
            <a:r>
              <a:t>evaluator.py: evaluates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914400"/>
          </a:xfrm>
          <a:prstGeom prst="round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Resume Input</a:t>
            </a:r>
          </a:p>
          <a:p>
            <a:r>
              <a:t>(PDF/DOCX, DOCX, pasted 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3657600" cy="914400"/>
          </a:xfrm>
          <a:prstGeom prst="round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OpenAI Client</a:t>
            </a:r>
          </a:p>
          <a:p>
            <a:r>
              <a:t>(generativeai Gemini)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3657600" cy="914400"/>
          </a:xfrm>
          <a:prstGeom prst="round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Question Generator</a:t>
            </a:r>
          </a:p>
          <a:p>
            <a:r>
              <a:t>(interviewer.py)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743200"/>
            <a:ext cx="3657600" cy="914400"/>
          </a:xfrm>
          <a:prstGeom prst="round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Answer Evaluator</a:t>
            </a:r>
          </a:p>
          <a:p>
            <a:r>
              <a:t>(evaluator.py)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4114800"/>
            <a:ext cx="4114800" cy="91440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Presentation Layer</a:t>
            </a:r>
          </a:p>
          <a:p>
            <a:r>
              <a:t>CLI + Flask Web App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828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828800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315200" y="27432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365760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521208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Architecture flow: Resume → Gemini AI → Question Generator → Evaluator →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Supports PDF and DOCX resumes</a:t>
            </a:r>
          </a:p>
          <a:p>
            <a:pPr>
              <a:defRPr sz="2000"/>
            </a:pPr>
            <a:r>
              <a:t>Uses PyPDF2 for PDFs and python-docx for DOCX</a:t>
            </a:r>
          </a:p>
          <a:p>
            <a:pPr>
              <a:defRPr sz="2000"/>
            </a:pPr>
            <a:r>
              <a:t>Fallback to manual paste if upload not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Uses Google Gemini via google.generativeai</a:t>
            </a:r>
          </a:p>
          <a:p>
            <a:pPr>
              <a:defRPr sz="2000"/>
            </a:pPr>
            <a:r>
              <a:t>Default model: models/gemini-2.5-flash</a:t>
            </a:r>
          </a:p>
          <a:p>
            <a:pPr>
              <a:defRPr sz="2000"/>
            </a:pPr>
            <a:r>
              <a:t>Can optionally use model from .env 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Flask-based browser app</a:t>
            </a:r>
          </a:p>
          <a:p>
            <a:pPr>
              <a:defRPr sz="2000"/>
            </a:pPr>
            <a:r>
              <a:t>Live interview page with camera preview</a:t>
            </a:r>
          </a:p>
          <a:p>
            <a:pPr>
              <a:defRPr sz="2000"/>
            </a:pPr>
            <a:r>
              <a:t>Speech synthesis for questions</a:t>
            </a:r>
          </a:p>
          <a:p>
            <a:pPr>
              <a:defRPr sz="2000"/>
            </a:pPr>
            <a:r>
              <a:t>AJAX flow for immediate next question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Install dependencies: pip install -r requirements.txt</a:t>
            </a:r>
          </a:p>
          <a:p>
            <a:pPr>
              <a:defRPr sz="2000"/>
            </a:pPr>
            <a:r>
              <a:t>Set GOOGLE_API_KEY in .env</a:t>
            </a:r>
          </a:p>
          <a:p>
            <a:pPr>
              <a:defRPr sz="2000"/>
            </a:pPr>
            <a:r>
              <a:t>Run Flask app: python web_app.py</a:t>
            </a:r>
          </a:p>
          <a:p>
            <a:pPr>
              <a:defRPr sz="2000"/>
            </a:pPr>
            <a:r>
              <a:t>Open http://localhost:5000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&amp; Fallbacks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Camera preview and browser TTS support</a:t>
            </a:r>
          </a:p>
          <a:p>
            <a:pPr>
              <a:defRPr sz="2000"/>
            </a:pPr>
            <a:r>
              <a:t>Fallback to text answers if audio unavailable</a:t>
            </a:r>
          </a:p>
          <a:p>
            <a:pPr>
              <a:defRPr sz="2000"/>
            </a:pPr>
            <a:r>
              <a:t>Local fallback questions/evaluations when Gemini is unavailable</a:t>
            </a:r>
          </a:p>
          <a:p>
            <a:pPr>
              <a:defRPr sz="2000"/>
            </a:pPr>
            <a:r>
              <a:t>Resume parsing fallback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 browser microphone voice answer capture</a:t>
            </a:r>
          </a:p>
          <a:p>
            <a:pPr>
              <a:defRPr sz="2000"/>
            </a:pPr>
            <a:r>
              <a:t>Persist sessions in a database</a:t>
            </a:r>
          </a:p>
          <a:p>
            <a:pPr>
              <a:defRPr sz="2000"/>
            </a:pPr>
            <a:r>
              <a:t>Enhance AI prompt engineering</a:t>
            </a:r>
          </a:p>
          <a:p>
            <a:pPr>
              <a:defRPr sz="2000"/>
            </a:pPr>
            <a:r>
              <a:t>Add user authentication and interview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